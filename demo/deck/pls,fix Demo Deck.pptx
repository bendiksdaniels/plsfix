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demos the PowerPoint Slide and Where pickers across the four tasks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the slide: pick this slide, then a spot, in the Slide 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the spot: Where picks a half, a quarter, the whole slide or the selected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Into a placeholder: select the empty picture placeholder, Where = Selected shape,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11277600" cy="304800"/>
          </a:xfrm>
        </p:spPr>
        <p:txBody>
          <a:bodyPr/>
          <a:lstStyle/>
          <a:p>
            <a:pPr>
              <a:defRPr sz="2000" b="1">
                <a:solidFill>
                  <a:srgbClr val="14213D"/>
                </a:solidFill>
              </a:defRPr>
            </a:pPr>
            <a:r>
              <a:t>pls,fix demo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11277600" cy="5943600"/>
          </a:xfrm>
        </p:spPr>
        <p:txBody>
          <a:bodyPr wrap="square"/>
          <a:lstStyle/>
          <a:p>
            <a:pPr>
              <a:defRPr sz="1800"/>
            </a:pPr>
            <a:r>
              <a:t>1. P&amp;L table → Slide 2, Where = Whole slide</a:t>
            </a:r>
          </a:p>
          <a:p>
            <a:pPr>
              <a:defRPr sz="1800"/>
            </a:pPr>
            <a:r>
              <a:t>2. Revenue chart → Slide 3, Where = Left half</a:t>
            </a:r>
          </a:p>
          <a:p>
            <a:pPr>
              <a:defRPr sz="1800"/>
            </a:pPr>
            <a:r>
              <a:t>3. Segment pie → Slide 3, Where = Right half</a:t>
            </a:r>
          </a:p>
          <a:p>
            <a:pPr>
              <a:defRPr sz="1800"/>
            </a:pPr>
            <a:r>
              <a:t>4. Picture from the Data sheet → Slide 4: select the empty placeholder, Where = Selected shape</a:t>
            </a:r>
          </a:p>
          <a:p>
            <a:pPr>
              <a:spcBef>
                <a:spcPts val="2000"/>
              </a:spcBef>
            </a:pPr>
            <a:r>
              <a:rPr b="1" sz="1400"/>
              <a:t>Commands: </a:t>
            </a:r>
            <a:r>
              <a:rPr sz="1400"/>
              <a:t>open the pane from the pls,fix ribbon tab, Inbox tab, the Slide and Where pickers above the list, Insert, Update 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6400"/>
            <a:ext cx="11277600" cy="25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11277600" cy="304800"/>
          </a:xfrm>
        </p:spPr>
        <p:txBody>
          <a:bodyPr/>
          <a:lstStyle/>
          <a:p>
            <a:pPr>
              <a:defRPr sz="2000" b="1">
                <a:solidFill>
                  <a:srgbClr val="14213D"/>
                </a:solidFill>
              </a:defRPr>
            </a:pPr>
            <a:r>
              <a:t>Choose the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11277600" cy="594360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406400"/>
            <a:ext cx="11277600" cy="25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11277600" cy="304800"/>
          </a:xfrm>
        </p:spPr>
        <p:txBody>
          <a:bodyPr/>
          <a:lstStyle/>
          <a:p>
            <a:pPr>
              <a:defRPr sz="2000" b="1">
                <a:solidFill>
                  <a:srgbClr val="14213D"/>
                </a:solidFill>
              </a:defRPr>
            </a:pPr>
            <a:r>
              <a:t>Choose the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06400"/>
            <a:ext cx="11277600" cy="25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5562600" cy="5943600"/>
          </a:xfrm>
          <a:prstGeom prst="rect">
            <a:avLst/>
          </a:prstGeom>
          <a:noFill/>
          <a:ln w="25400">
            <a:solidFill>
              <a:srgbClr val="2EC4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51600"/>
            <a:ext cx="55626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4213D"/>
                </a:solidFill>
              </a:defRPr>
            </a:pPr>
            <a:r>
              <a:t>Revenue chart: Where = Left half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57200"/>
            <a:ext cx="5562600" cy="5943600"/>
          </a:xfrm>
          <a:prstGeom prst="rect">
            <a:avLst/>
          </a:prstGeom>
          <a:noFill/>
          <a:ln w="25400">
            <a:solidFill>
              <a:srgbClr val="2EC4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6451600"/>
            <a:ext cx="55626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4213D"/>
                </a:solidFill>
              </a:defRPr>
            </a:pPr>
            <a:r>
              <a:t>Segment pie: Where = Right half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11277600" cy="304800"/>
          </a:xfrm>
        </p:spPr>
        <p:txBody>
          <a:bodyPr/>
          <a:lstStyle/>
          <a:p>
            <a:pPr>
              <a:defRPr sz="2000" b="1">
                <a:solidFill>
                  <a:srgbClr val="14213D"/>
                </a:solidFill>
              </a:defRPr>
            </a:pPr>
            <a:r>
              <a:t>Into a placeholder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11277600" cy="5181600"/>
          </a:xfrm>
        </p:spPr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457200" y="5791200"/>
            <a:ext cx="11277600" cy="508000"/>
          </a:xfrm>
        </p:spPr>
        <p:txBody>
          <a:bodyPr/>
          <a:lstStyle/>
          <a:p>
            <a:pPr>
              <a:defRPr sz="1400">
                <a:solidFill>
                  <a:srgbClr val="14213D"/>
                </a:solidFill>
              </a:defRPr>
            </a:pPr>
            <a:r>
              <a:t>Select the placeholder, Where = Selected shape, Insert.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6400"/>
            <a:ext cx="11277600" cy="254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pls,fix Demo Deck</dc:title>
  <dc:subject/>
  <dc:creator>pls,fix</dc:creator>
  <cp:keywords/>
  <dc:description/>
  <cp:lastModifiedBy>pls,fix</cp:lastModifiedBy>
  <cp:revision>1</cp:revision>
  <dcterms:created xsi:type="dcterms:W3CDTF">2013-01-27T09:14:16Z</dcterms:created>
  <dcterms:modified xsi:type="dcterms:W3CDTF">2013-01-27T09:15:58Z</dcterms:modified>
  <cp:category/>
</cp:coreProperties>
</file>